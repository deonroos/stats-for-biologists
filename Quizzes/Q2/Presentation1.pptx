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0CDE1-1B3B-EB84-D92F-D43D93AD0D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30DB9D-D03F-0973-1759-4F09331BFC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CF114-432C-C628-C64A-069891D4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2EBF4-4BD3-485F-ABA1-E1C130D48213}" type="datetimeFigureOut">
              <a:rPr lang="en-GB" smtClean="0"/>
              <a:t>28/09/2023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68DE8-2644-D2BC-9F11-0F47DF8A8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CB4E7-E45C-EC4E-C2BB-04F9B0F2F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E51C-B146-4A29-A031-16E0BC3491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9470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EBF53-700C-A26F-7C12-430A2488D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40310-3986-AC0A-9CD7-FACE50ACE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4E95A-9D6B-0561-3B94-357366D52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2EBF4-4BD3-485F-ABA1-E1C130D48213}" type="datetimeFigureOut">
              <a:rPr lang="en-GB" smtClean="0"/>
              <a:t>28/09/2023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27D2D-8F7B-13C4-9FC8-80237A045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AB171-A20A-8986-EA97-344FA6EE2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E51C-B146-4A29-A031-16E0BC3491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3336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77D56-2E77-A297-99B5-F3B82A7C4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991DA0-C91F-CBD9-BF0B-710A5931F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A379F-D3CA-B178-C3A1-ECBEDF22B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2EBF4-4BD3-485F-ABA1-E1C130D48213}" type="datetimeFigureOut">
              <a:rPr lang="en-GB" smtClean="0"/>
              <a:t>28/09/2023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56893-6C57-F4DE-5C33-95399C027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4B6AF-2AED-9DED-6FCF-B4EDA9849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E51C-B146-4A29-A031-16E0BC3491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2751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21509-DF6B-8A00-9ABF-6E2FFB9DD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966DB-A31E-9D1C-E1A2-FC92948576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D3BFF-2714-8662-1F20-3199487E38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46D5B6-6D93-ADAE-754F-935C4D43A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2EBF4-4BD3-485F-ABA1-E1C130D48213}" type="datetimeFigureOut">
              <a:rPr lang="en-GB" smtClean="0"/>
              <a:t>28/09/2023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E7CB4F-3EE7-B3B6-811E-1E9BE2BF9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180E2C-C3C4-9AD5-EB31-BA56BB129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E51C-B146-4A29-A031-16E0BC3491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350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3FBC1-0A8B-60DD-7918-CD0550E8C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4317A7-D83E-BEBB-997D-1EDFDA009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A2BBC3-F5CC-B5E3-C76D-D77E293F1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2EF92E-6B46-6E87-9C5E-6BBEC443EA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DC4929-8F5E-F7A3-A090-3F395007FC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376C19-7968-1FDA-A370-E62578562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2EBF4-4BD3-485F-ABA1-E1C130D48213}" type="datetimeFigureOut">
              <a:rPr lang="en-GB" smtClean="0"/>
              <a:t>28/09/2023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FD8AE1-8287-30C7-E55D-452E6C06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F3A51B-498E-876E-3877-F9A7A5BB9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E51C-B146-4A29-A031-16E0BC3491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48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8D18D-2DE2-6476-81F9-C6AF96EAE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ED78D-BDB5-F5C3-BB45-89CFBE632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2EBF4-4BD3-485F-ABA1-E1C130D48213}" type="datetimeFigureOut">
              <a:rPr lang="en-GB" smtClean="0"/>
              <a:t>28/09/2023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4AA4F3-DAF1-D1A4-58A9-915D946C9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986008-60E6-E740-30DB-5B4F9321B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E51C-B146-4A29-A031-16E0BC3491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7887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27D82C-0A60-3712-4201-A4BBBD36B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2EBF4-4BD3-485F-ABA1-E1C130D48213}" type="datetimeFigureOut">
              <a:rPr lang="en-GB" smtClean="0"/>
              <a:t>28/09/2023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89D8FD-7636-BCAA-9AA4-0844FF2FD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B70FE9-B4D9-69EB-CDA2-F2F9DF6AC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E51C-B146-4A29-A031-16E0BC3491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8653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6A180-10C9-5641-2237-15364A0D4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8831D-E72C-9085-C125-E1E201C91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64476E-4292-F147-0F98-3A5F1C5CF7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98CE5-9013-B34D-6DAE-FF9AB6012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2EBF4-4BD3-485F-ABA1-E1C130D48213}" type="datetimeFigureOut">
              <a:rPr lang="en-GB" smtClean="0"/>
              <a:t>28/09/2023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7A225-6FCB-6FCE-83C3-EBB3E0684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0326BD-A44D-AB75-1EA9-D84ED4EAB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E51C-B146-4A29-A031-16E0BC3491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1278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D584D-3D63-5B83-C61C-79A870CBB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F24840-DB5E-0C48-405D-41A93AF50D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BE3EA7-F619-97BE-9CDF-E1F5295F9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EF1DB-09E9-B920-CCF2-66E88A0F5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2EBF4-4BD3-485F-ABA1-E1C130D48213}" type="datetimeFigureOut">
              <a:rPr lang="en-GB" smtClean="0"/>
              <a:t>28/09/2023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2A79A1-9368-5145-11AB-A99DD2115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2E728E-0F02-3182-F53F-22AEF8D47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E51C-B146-4A29-A031-16E0BC3491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8961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D1CFC-DFB2-C8E3-35E2-BC8DA1C9D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E01794-92F5-7C79-505F-22567DCB70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9906E-5E95-F763-AAE4-6591F2BFE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2EBF4-4BD3-485F-ABA1-E1C130D48213}" type="datetimeFigureOut">
              <a:rPr lang="en-GB" smtClean="0"/>
              <a:t>28/09/2023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61B8A-B964-07E3-EF57-47E7BBF2A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843EA-B3F3-FD15-26E5-E70DA8EEE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E51C-B146-4A29-A031-16E0BC3491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3932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B61568-50DC-0887-935E-300DD37DBE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62D0CB-29AA-C973-040A-F4BA321CD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2F9D0-05BB-F628-4605-26D3F2749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2EBF4-4BD3-485F-ABA1-E1C130D48213}" type="datetimeFigureOut">
              <a:rPr lang="en-GB" smtClean="0"/>
              <a:t>28/09/2023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5ED1E-9345-94D5-6007-44D80D3CE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B0909-C68D-1D3C-5E16-3EBEF0C66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5E51C-B146-4A29-A031-16E0BC3491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7787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BB5941-D2C9-9CEB-98AF-977974BE7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8A2CA0-6FD4-E442-07F6-6BC6D704E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CA79F-97A0-435B-BF75-D8165BDC04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2EBF4-4BD3-485F-ABA1-E1C130D48213}" type="datetimeFigureOut">
              <a:rPr lang="en-GB" smtClean="0"/>
              <a:t>28/09/2023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0038B-F0A5-EF32-C83E-76B585E33A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5EFA7-C4F7-A6BB-8AC0-E371E9AE9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5E51C-B146-4A29-A031-16E0BC3491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5916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CD2362-42D8-31B9-FCF0-44FE1A4FF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9415" y="2916912"/>
            <a:ext cx="4000450" cy="3411996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1B067DF9-9628-2686-DF37-F28A3939F017}"/>
              </a:ext>
            </a:extLst>
          </p:cNvPr>
          <p:cNvGrpSpPr/>
          <p:nvPr/>
        </p:nvGrpSpPr>
        <p:grpSpPr>
          <a:xfrm>
            <a:off x="176464" y="3004813"/>
            <a:ext cx="3505552" cy="3411996"/>
            <a:chOff x="417273" y="2151564"/>
            <a:chExt cx="4529015" cy="4529015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6C8AF4A-ECFB-D1DD-BD66-740E414DDB3E}"/>
                </a:ext>
              </a:extLst>
            </p:cNvPr>
            <p:cNvCxnSpPr/>
            <p:nvPr/>
          </p:nvCxnSpPr>
          <p:spPr>
            <a:xfrm flipH="1">
              <a:off x="4200808" y="3583882"/>
              <a:ext cx="660903" cy="646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8BD5410-6303-3B0B-767E-788A573AA9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7273" y="2151564"/>
              <a:ext cx="4529015" cy="4529015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41EC5269-037B-AA62-67A4-D8C7B236B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1320" y="3225775"/>
            <a:ext cx="4048095" cy="310313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0D50C86-2A2F-CEF9-6BC1-A8AAB40AB894}"/>
              </a:ext>
            </a:extLst>
          </p:cNvPr>
          <p:cNvSpPr txBox="1"/>
          <p:nvPr/>
        </p:nvSpPr>
        <p:spPr>
          <a:xfrm>
            <a:off x="804641" y="3225775"/>
            <a:ext cx="1002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61F23E-2C21-1919-14D9-986500CBC7DE}"/>
              </a:ext>
            </a:extLst>
          </p:cNvPr>
          <p:cNvSpPr txBox="1"/>
          <p:nvPr/>
        </p:nvSpPr>
        <p:spPr>
          <a:xfrm>
            <a:off x="4622662" y="3225775"/>
            <a:ext cx="1002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A0A118-167A-D3EF-BB7D-18012019BF44}"/>
              </a:ext>
            </a:extLst>
          </p:cNvPr>
          <p:cNvSpPr txBox="1"/>
          <p:nvPr/>
        </p:nvSpPr>
        <p:spPr>
          <a:xfrm>
            <a:off x="8698448" y="3225775"/>
            <a:ext cx="1002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264611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University of Aberdeen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Pinard, M.A.</dc:creator>
  <cp:lastModifiedBy>Pinard, M.A.</cp:lastModifiedBy>
  <cp:revision>1</cp:revision>
  <dcterms:created xsi:type="dcterms:W3CDTF">2023-09-28T15:55:01Z</dcterms:created>
  <dcterms:modified xsi:type="dcterms:W3CDTF">2023-09-28T16:15:09Z</dcterms:modified>
</cp:coreProperties>
</file>